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69" d="100"/>
          <a:sy n="69" d="100"/>
        </p:scale>
        <p:origin x="39" y="4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7D1C0-0B90-AD78-CE29-BB651F61D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DA0D8-0A06-F14A-5F04-1DD7828DC2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2C278-6065-F685-5C60-89CB04041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B09B-AAD4-4BDA-BDB6-F1219BE7D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28D02-8937-BFBC-EA00-9DAC7AB1D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E9828-9CF7-9F07-FB51-54F011E0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587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1C85D-0AEF-17A3-FBC5-E37CDA9DB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89318-1039-3190-F363-BB2E06BE9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15DBB-E748-DF83-B1F4-BBF9B65F3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B09B-AAD4-4BDA-BDB6-F1219BE7D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02706-4549-0995-E718-59B587A10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F3DD1-B899-7B0D-ADC1-193B48B3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95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5E98E-8441-4C52-C4B8-1E3C2AB2E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73AE8-BE8E-1816-8B10-BEEFF5EA0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9B1D3-80D4-938C-F6E3-E8DFDAB3D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B09B-AAD4-4BDA-BDB6-F1219BE7D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ADD4C-3295-4FF7-36F2-BA87A45CF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88870-CBBD-6B39-5FFC-E74B1AB8B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37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4E553-86B2-E1B1-8F76-017F6E38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03AF9-5BC5-0C37-4AF7-A798425BA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1DEA41-0BDA-2CF7-DE28-9DE82C21F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4AD663-4D7D-4F07-AD31-6F9EA7487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B09B-AAD4-4BDA-BDB6-F1219BE7D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FFA39-BAEF-279B-6B94-FF4182743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318B7-9070-CE43-ACDE-26B79BAA9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478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82BFB-D752-01E8-75FA-6C064EB3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7895A-92D4-07E9-1F85-564C63002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5E78E-CEAB-3605-2678-B31904D10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451B72-98A7-0FC1-CCBA-D33B7EF253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7D86D6-01E4-03BB-774F-45402D0121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90EE12-9D34-B4CD-9A49-62851AAFE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B09B-AAD4-4BDA-BDB6-F1219BE7D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31BDC1-5157-7023-DDED-2BEA8877A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762AF6-7A51-E6A2-9C25-EF53C6622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09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59328-F5E0-B731-4BF6-E9792AE7C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ED8F38-EB69-B827-7B22-EFD8357F7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B09B-AAD4-4BDA-BDB6-F1219BE7D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D5F3DA-7C56-F73E-A13D-DD14DD3A1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A4409-7B9A-0DAE-4CA0-CF8450372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88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1D107-3410-1477-8FE1-C95CAC260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B09B-AAD4-4BDA-BDB6-F1219BE7D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56C2D5-2137-292B-E21F-CF7E5879B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D127F-39BA-93DD-B75D-B65CCF285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00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7AF51-0422-B050-72FC-8FD1CCFD5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00697-CAE3-384A-D78F-E2408FDA5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E4D6B-55B9-A1E7-753C-94EE27B96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CECA9-E1D6-6545-434C-742A5D0F3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B09B-AAD4-4BDA-BDB6-F1219BE7D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812672-77F2-B77B-3246-869DAC1E8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2E9DE-F2BF-697B-1CC3-04D906AB9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892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89304-BBD5-6856-D718-1D0FBB4FD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96F054-8BBF-1D6C-F4C4-A2886B2E40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31594-A25F-B9F6-E8ED-6932AF43D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7B390-03EE-CDF0-D67F-B02B77053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B09B-AAD4-4BDA-BDB6-F1219BE7D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E4D0B-D36A-297D-E655-FF01808BB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83480-717C-2652-520C-D9EBDD81F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89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75782-7833-83C6-B2D0-E8AE78D4D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9396E6-5E60-9513-EFC6-283A832CB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B0CB6-32CD-4D31-DE8D-BCB945F52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B09B-AAD4-4BDA-BDB6-F1219BE7D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60FCB-95F7-825D-0FFF-A21784DD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CE59D-B77B-56E3-7F52-D7E539E28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52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EC022A-EB23-F677-87EC-6C6468F94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C34FBE-3B2D-6728-C9EC-2D6D61B6D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7387A-4D26-FB54-CB26-5447596E0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B09B-AAD4-4BDA-BDB6-F1219BE7D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40548-FD65-32DE-043F-F4E27DB06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E39BE-01CF-7B87-FC40-A3602993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943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9D16D5-D5AF-61ED-749E-B09CFEFF2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0237C-3DD7-2C8F-F116-59659791E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82D55-4BD7-EA3D-D283-51162CD46B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CEB09B-AAD4-4BDA-BDB6-F1219BE7D50E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2675D-BE2F-91D8-6146-8B5C56A898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FCC4B-D901-951B-5493-EB7033930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73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E1318D-D0A6-FF71-9E87-66AED8331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187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324EB2-0F30-4E25-442C-5369880480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51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5871A6-CD66-4CAB-CB55-B13229F34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294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547B3C-7121-868F-0379-8ADFB07377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801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9DB2AC-414F-D3BB-4905-4F5031F72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22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Ramirez Bustos, Alef</dc:creator>
  <cp:lastModifiedBy>Ramirez Bustos, Alef</cp:lastModifiedBy>
  <cp:revision>2</cp:revision>
  <dcterms:created xsi:type="dcterms:W3CDTF">2026-03-06T05:26:04Z</dcterms:created>
  <dcterms:modified xsi:type="dcterms:W3CDTF">2026-03-06T05:27:32Z</dcterms:modified>
</cp:coreProperties>
</file>