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56" r:id="rId3"/>
    <p:sldId id="257" r:id="rId4"/>
    <p:sldId id="260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91CD-8678-4FF9-B1E2-1683F3965DE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E2BFA-F5AC-4104-841B-BFE8EE304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39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E2BFA-F5AC-4104-841B-BFE8EE304E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21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2201E-4CE5-8B70-6E85-9C603F43D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D7A51-4920-7E5A-6C09-270E494A4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1C1B1-646D-F657-108F-0E7F9CB27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BF41F-2FBB-B937-AB92-B17EB66D6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E2BFA-F5AC-4104-841B-BFE8EE304E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98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7D1C0-0B90-AD78-CE29-BB651F61D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DA0D8-0A06-F14A-5F04-1DD7828DC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2C278-6065-F685-5C60-89CB04041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28D02-8937-BFBC-EA00-9DAC7AB1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E9828-9CF7-9F07-FB51-54F011E0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8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C85D-0AEF-17A3-FBC5-E37CDA9DB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89318-1039-3190-F363-BB2E06BE9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15DBB-E748-DF83-B1F4-BBF9B65F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02706-4549-0995-E718-59B587A10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F3DD1-B899-7B0D-ADC1-193B48B3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9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E98E-8441-4C52-C4B8-1E3C2AB2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73AE8-BE8E-1816-8B10-BEEFF5EA0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9B1D3-80D4-938C-F6E3-E8DFDAB3D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ADD4C-3295-4FF7-36F2-BA87A45CF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88870-CBBD-6B39-5FFC-E74B1AB8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3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4E553-86B2-E1B1-8F76-017F6E38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03AF9-5BC5-0C37-4AF7-A798425BA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DEA41-0BDA-2CF7-DE28-9DE82C21F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AD663-4D7D-4F07-AD31-6F9EA748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FFA39-BAEF-279B-6B94-FF418274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18B7-9070-CE43-ACDE-26B79BAA9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78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2BFB-D752-01E8-75FA-6C064EB3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7895A-92D4-07E9-1F85-564C63002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5E78E-CEAB-3605-2678-B31904D10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51B72-98A7-0FC1-CCBA-D33B7EF25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7D86D6-01E4-03BB-774F-45402D0121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0EE12-9D34-B4CD-9A49-62851AAFE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1BDC1-5157-7023-DDED-2BEA8877A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762AF6-7A51-E6A2-9C25-EF53C6622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0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59328-F5E0-B731-4BF6-E9792AE7C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D8F38-EB69-B827-7B22-EFD8357F7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5F3DA-7C56-F73E-A13D-DD14DD3A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A4409-7B9A-0DAE-4CA0-CF845037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88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1D107-3410-1477-8FE1-C95CAC260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56C2D5-2137-292B-E21F-CF7E5879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D127F-39BA-93DD-B75D-B65CCF28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00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AF51-0422-B050-72FC-8FD1CCFD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00697-CAE3-384A-D78F-E2408FDA5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E4D6B-55B9-A1E7-753C-94EE27B96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CECA9-E1D6-6545-434C-742A5D0F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12672-77F2-B77B-3246-869DAC1E8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2E9DE-F2BF-697B-1CC3-04D906AB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9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9304-BBD5-6856-D718-1D0FBB4F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96F054-8BBF-1D6C-F4C4-A2886B2E4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31594-A25F-B9F6-E8ED-6932AF43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7B390-03EE-CDF0-D67F-B02B7705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E4D0B-D36A-297D-E655-FF01808B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83480-717C-2652-520C-D9EBDD81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8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75782-7833-83C6-B2D0-E8AE78D4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396E6-5E60-9513-EFC6-283A832CB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B0CB6-32CD-4D31-DE8D-BCB945F52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60FCB-95F7-825D-0FFF-A21784DD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CE59D-B77B-56E3-7F52-D7E539E2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5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EC022A-EB23-F677-87EC-6C6468F94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34FBE-3B2D-6728-C9EC-2D6D61B6D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7387A-4D26-FB54-CB26-5447596E0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EB09B-AAD4-4BDA-BDB6-F1219BE7D50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40548-FD65-32DE-043F-F4E27DB06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E39BE-01CF-7B87-FC40-A3602993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4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D16D5-D5AF-61ED-749E-B09CFEFF2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0237C-3DD7-2C8F-F116-59659791E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82D55-4BD7-EA3D-D283-51162CD46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EB09B-AAD4-4BDA-BDB6-F1219BE7D50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2675D-BE2F-91D8-6146-8B5C56A89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FCC4B-D901-951B-5493-EB7033930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6C5F5E-AB3B-429F-9137-53422F75E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7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CA794-8852-1A47-D345-4F87C1F5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2ADD55-8981-8850-02F6-F30B8CB93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1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>
                <a:alpha val="0"/>
              </a:prstClr>
            </a:inn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D843B4-2167-DF22-FF26-B9C605FB333B}"/>
              </a:ext>
            </a:extLst>
          </p:cNvPr>
          <p:cNvSpPr txBox="1"/>
          <p:nvPr/>
        </p:nvSpPr>
        <p:spPr>
          <a:xfrm>
            <a:off x="2819782" y="3044279"/>
            <a:ext cx="65524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Narrative Link Wireframe</a:t>
            </a:r>
          </a:p>
        </p:txBody>
      </p:sp>
    </p:spTree>
    <p:extLst>
      <p:ext uri="{BB962C8B-B14F-4D97-AF65-F5344CB8AC3E}">
        <p14:creationId xmlns:p14="http://schemas.microsoft.com/office/powerpoint/2010/main" val="53158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E1318D-D0A6-FF71-9E87-66AED8331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87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324EB2-0F30-4E25-442C-536988048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5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871A6-CD66-4CAB-CB55-B13229F34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94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547B3C-7121-868F-0379-8ADFB0737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0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9DB2AC-414F-D3BB-4905-4F5031F72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22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66B52-D4BF-A3CE-D953-BFF4AB8E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405EB8-5921-E585-E316-D99F6A05B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1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>
                <a:alpha val="0"/>
              </a:prstClr>
            </a:inn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434179-E7BB-8D29-E039-62117C60374F}"/>
              </a:ext>
            </a:extLst>
          </p:cNvPr>
          <p:cNvSpPr txBox="1"/>
          <p:nvPr/>
        </p:nvSpPr>
        <p:spPr>
          <a:xfrm>
            <a:off x="4622231" y="3044279"/>
            <a:ext cx="29475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85134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</Words>
  <Application>Microsoft Office PowerPoint</Application>
  <PresentationFormat>Widescreen</PresentationFormat>
  <Paragraphs>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Ramirez Bustos, Alef</dc:creator>
  <cp:lastModifiedBy>Ramirez Bustos, Alef</cp:lastModifiedBy>
  <cp:revision>5</cp:revision>
  <dcterms:created xsi:type="dcterms:W3CDTF">2026-03-06T05:26:04Z</dcterms:created>
  <dcterms:modified xsi:type="dcterms:W3CDTF">2026-03-06T17:07:16Z</dcterms:modified>
</cp:coreProperties>
</file>